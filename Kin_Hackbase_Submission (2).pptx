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3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"Raise your hand if you are your family's tech support." Kin is the unpaid IT department that never loses patience.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a verified local statistic on scam losses among seniors if you have one — judges like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choice is a placeholder — update to what you actually use (e.g. SQLite/Firestore).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kin-family-safety-assistant--uditsrivastav18.replit.app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9319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309360" y="3566160"/>
            <a:ext cx="2468880" cy="246888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315200" y="4114800"/>
            <a:ext cx="1280160" cy="1280160"/>
          </a:xfrm>
          <a:prstGeom prst="ellipse">
            <a:avLst/>
          </a:prstGeom>
          <a:solidFill>
            <a:srgbClr val="F9E4DE"/>
          </a:solidFill>
          <a:ln w="12700">
            <a:solidFill>
              <a:srgbClr val="F9E4DE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411480" y="1554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HACKBASE HACKATHON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11480" y="265176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</a:t>
            </a:r>
            <a:endParaRPr lang="en-US" sz="4000" dirty="0"/>
          </a:p>
        </p:txBody>
      </p:sp>
      <p:sp>
        <p:nvSpPr>
          <p:cNvPr id="10" name="Text 5"/>
          <p:cNvSpPr txBox="1"/>
          <p:nvPr/>
        </p:nvSpPr>
        <p:spPr>
          <a:xfrm>
            <a:off x="411480" y="33375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guardian that guides your parents and stops scams before they happen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11480" y="4023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4251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Slayers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1148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11480" y="498348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Aaryan Verma  ·  Mukul Dubey  ·  Syed Tashfeenul Haque  ·  Udit Srivastav 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1480" y="5440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Chosen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1480" y="568756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A3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11480" y="5687568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A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554480" y="56875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7FD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554480" y="56875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7F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SOLUTION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2011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2697480"/>
            <a:ext cx="35204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Older, less tech-confident adults rely on one family member for every screen task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people are prime targets of remote-access, fake-bank and payment scams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Scammers stay on the phone and walk victims through each step, live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Today's assistants only answer when asked — a victim mid-scam never thinks to ask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family has an unpaid IT department. It burns out, and it can't be on call 24/7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09160" y="18288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937760" y="2011680"/>
            <a:ext cx="457200" cy="45720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2011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983480" y="2697480"/>
            <a:ext cx="35204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Kin: an AI guardian on the parent's screen — talks, points, and protects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Speaks calmly in the parent's language and draws a glowing arrow on the exact button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innovation: it watches the screen and call, and speaks up first when it spots a scam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screen overlay + spoken reason, then a Telegram alert to family with screenshot as proof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Consent-first: parent starts and stops it; guidance only, never clicks for them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STACKS &amp; PUBLIC API'S DETAILS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94360" y="1965960"/>
            <a:ext cx="274320" cy="27432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78408" y="193852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3172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 Extension (Manifest V3)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+ mic capture (~1 fps frames)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Content-script overlay: arrow, highlight, red alert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 panel: status + "Kin is watching" indicator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617720" y="182880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800600" y="1965960"/>
            <a:ext cx="274320" cy="27432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184648" y="193852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233172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/ Python token service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Mints short-lived ephemeral tokens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 service (rolling risk scoring)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relay + dashboard API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11480" y="32461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4360" y="3383280"/>
            <a:ext cx="274320" cy="2743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78408" y="335584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4904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session &amp; intervention log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family dashboard (P1)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frames or audio stored by default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17720" y="32461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3383280"/>
            <a:ext cx="274320" cy="27432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184648" y="335584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APIs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374904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Live API: real-time voice + video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ephemeral tokens API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Bot API: family alerts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Search grounding (P1)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11480" y="466344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4360" y="4800600"/>
            <a:ext cx="274320" cy="27432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8408" y="477316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 Tools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516636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API native audio: proactive speech, affective dialog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calling: point_at, raise_alert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Spatial pointing: normalized coordinates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JSON output: guardian risk score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617720" y="466344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00600" y="4800600"/>
            <a:ext cx="274320" cy="2743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184648" y="477316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 Tools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4846320" y="5166360"/>
            <a:ext cx="3703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 DevTools + WebSocket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Hotspot + recorded backup demo</a:t>
            </a:r>
            <a:endParaRPr lang="en-US" sz="95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Pre-tested scripted pages for demo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DIAGRAM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8321040" cy="420624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" y="3063240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850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063240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starts session (consent)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30352" y="2953512"/>
            <a:ext cx="256032" cy="256032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30352" y="29535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377440" y="3063240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B7FD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423160" y="3063240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captures tab ~1 fps + mic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267712" y="2953512"/>
            <a:ext cx="256032" cy="256032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267712" y="29535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114800" y="306324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160520" y="306324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Live API (ephemeral token)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005072" y="2953512"/>
            <a:ext cx="256032" cy="25603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005072" y="29535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965960" y="3474720"/>
            <a:ext cx="411480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703320" y="3474720"/>
            <a:ext cx="411480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576072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F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PATH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97880" y="224028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B7FD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943600" y="224028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 calls point_at(target)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788152" y="2130552"/>
            <a:ext cx="256032" cy="256032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788152" y="213055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406640" y="224028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B7FD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452360" y="22402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Gemini call → coordinates → arrow drawn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296912" y="2130552"/>
            <a:ext cx="256032" cy="256032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296912" y="213055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 flipV="1">
            <a:off x="5486400" y="2606040"/>
            <a:ext cx="411480" cy="68580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7132320" y="2606040"/>
            <a:ext cx="274320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tailEnd type="triangle"/>
          </a:ln>
        </p:spPr>
      </p:sp>
      <p:sp>
        <p:nvSpPr>
          <p:cNvPr id="35" name="Text 30"/>
          <p:cNvSpPr txBox="1"/>
          <p:nvPr/>
        </p:nvSpPr>
        <p:spPr>
          <a:xfrm>
            <a:off x="5760720" y="3840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 PATH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897880" y="411480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E8502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943600" y="4114800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few sec: risk score (JSON)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788152" y="4005072"/>
            <a:ext cx="256032" cy="256032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788152" y="4005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7406640" y="411480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E8502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452360" y="411480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 → raise_alert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296912" y="4005072"/>
            <a:ext cx="256032" cy="256032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296912" y="4005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5486400" y="3657600"/>
            <a:ext cx="411480" cy="822960"/>
          </a:xfrm>
          <a:prstGeom prst="line">
            <a:avLst/>
          </a:prstGeom>
          <a:noFill/>
          <a:ln w="19050">
            <a:solidFill>
              <a:srgbClr val="E8502A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7132320" y="4480560"/>
            <a:ext cx="274320" cy="0"/>
          </a:xfrm>
          <a:prstGeom prst="line">
            <a:avLst/>
          </a:prstGeom>
          <a:noFill/>
          <a:ln w="19050">
            <a:solidFill>
              <a:srgbClr val="E8502A"/>
            </a:solidFill>
            <a:prstDash val="solid"/>
            <a:tailEnd type="triangle"/>
          </a:ln>
        </p:spPr>
      </p:sp>
      <p:sp>
        <p:nvSpPr>
          <p:cNvPr id="46" name="Shape 41"/>
          <p:cNvSpPr/>
          <p:nvPr/>
        </p:nvSpPr>
        <p:spPr>
          <a:xfrm>
            <a:off x="5897880" y="516636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8502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943600" y="51663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Spoken warning + red overlay + Telegram alert with screenshot &amp; reason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5788152" y="5056632"/>
            <a:ext cx="256032" cy="256032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5788152" y="505663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8001000" y="4846320"/>
            <a:ext cx="0" cy="320040"/>
          </a:xfrm>
          <a:prstGeom prst="line">
            <a:avLst/>
          </a:prstGeom>
          <a:noFill/>
          <a:ln w="19050">
            <a:solidFill>
              <a:srgbClr val="E8502A"/>
            </a:solidFill>
            <a:prstDash val="solid"/>
            <a:tailEnd type="triangle"/>
          </a:ln>
        </p:spPr>
      </p:sp>
      <p:sp>
        <p:nvSpPr>
          <p:cNvPr id="51" name="Text 46"/>
          <p:cNvSpPr txBox="1"/>
          <p:nvPr/>
        </p:nvSpPr>
        <p:spPr>
          <a:xfrm>
            <a:off x="640080" y="47548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reply &lt; 2 s  ·  Scam intervention &lt; 5 s  ·  Family alert &lt; 10 s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640080" y="5257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can interrupt Kin mid-sentence (barge-in) in any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8321040" cy="420624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94360" y="214884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7FD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F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04088" y="269748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 Extension (MV3)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+ mic capture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script overlay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 panel status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423160" y="3474720"/>
            <a:ext cx="246888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headEnd type="triangle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2670048" y="214884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502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670048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779776" y="269748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backend (Node/Python)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 service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 resolver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relay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498848" y="3474720"/>
            <a:ext cx="246888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headEnd type="triangl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745736" y="214884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745736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/ AI Layer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55464" y="269748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Live API (voice + frames)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structured output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spatial pointing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&amp; alert log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74536" y="3474720"/>
            <a:ext cx="246888" cy="0"/>
          </a:xfrm>
          <a:prstGeom prst="line">
            <a:avLst/>
          </a:prstGeom>
          <a:noFill/>
          <a:ln w="19050">
            <a:solidFill>
              <a:srgbClr val="2B7FDF"/>
            </a:solidFill>
            <a:prstDash val="solid"/>
            <a:headEnd type="triangl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821424" y="2148840"/>
            <a:ext cx="1828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A678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21424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931152" y="269748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Bot + family phone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(P1)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backend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Hotspot fallback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4360" y="5029200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EF4E4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502920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hygiene: </a:t>
            </a:r>
            <a:r>
              <a:rPr lang="en-US" sz="11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API key lives only on the backend. The browser gets a short-lived ephemeral token to open the Live API WebSocket — no raw key in the extension, the repo or the recording.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USP (UNIQUE SELLING POINT)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71600" y="2011680"/>
            <a:ext cx="731520" cy="73152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37160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New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32004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Proactive, not reactive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611880"/>
            <a:ext cx="224028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assistants only answer when asked; Kin speaks first when it sees a scam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the screen and hears the call — together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Guides with voice AND a pointer on the exact button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46120" y="182880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324612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Wins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383280" y="32004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B7F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to be felt in seconds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3611880"/>
            <a:ext cx="224028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reply under 2 s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Scam intervention under 5 s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alert under 10 s, with screenshot and a one-line reason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in mixed languages; interruptible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80760" y="182880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040880" y="2011680"/>
            <a:ext cx="731520" cy="7315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04088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608076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Lasts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32004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2A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by design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3611880"/>
            <a:ext cx="224028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Consent-first, visible indicator, nothing stored by default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Ephemeral tokens: key never in the browser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alert explains why; guidance only</a:t>
            </a:r>
            <a:endParaRPr lang="en-US" sz="10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loop grows with each household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1828800"/>
            <a:ext cx="8321040" cy="1298448"/>
          </a:xfrm>
          <a:prstGeom prst="roundRect">
            <a:avLst>
              <a:gd name="adj" fmla="val 8451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1920240"/>
            <a:ext cx="7315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Feasibility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2240280"/>
            <a:ext cx="7269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the demo (P0): live voice, screen pointer, guardian loop, red overlay, Telegram alert, token backend. Every risky part has a fallback: bounding-box highlight if pointing is off, guardian-triggered speech if proactive audio is flaky. Accuracy is claimed only for the 3 scripted scenarios. Next: dashboard, search grounding.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11480" y="3246120"/>
            <a:ext cx="8321040" cy="1298448"/>
          </a:xfrm>
          <a:prstGeom prst="roundRect">
            <a:avLst>
              <a:gd name="adj" fmla="val 8451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3657600"/>
            <a:ext cx="457200" cy="457200"/>
          </a:xfrm>
          <a:prstGeom prst="ellipse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337560"/>
            <a:ext cx="7315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Feasibility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657600"/>
            <a:ext cx="7269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every family has an informal "tech support" child and a parent exposed to scams. Early adopters: adult children buying peace of mind. Distribution partners: banks and telcos that already fight these frauds.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1480" y="4663440"/>
            <a:ext cx="8321040" cy="1298448"/>
          </a:xfrm>
          <a:prstGeom prst="roundRect">
            <a:avLst>
              <a:gd name="adj" fmla="val 8451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94360" y="5074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280160" y="4754880"/>
            <a:ext cx="7315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&amp; Cost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1280160" y="5074920"/>
            <a:ext cx="7269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Hackathon: scripted P0 demo. Next: family dashboard, search fact-checking, calmer "slow and simple" mode. Later: mobile and OS-level overlay, multi-family support. Main cost is Gemini API usage per active session.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11480" y="608076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honest on the day: update 'built' vs 'planned' to match what is actually working.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b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pic>
        <p:nvPicPr>
          <p:cNvPr id="3" name="Image 1" descr="/home/claude/m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56032"/>
            <a:ext cx="1508760" cy="658368"/>
          </a:xfrm>
          <a:prstGeom prst="rect">
            <a:avLst/>
          </a:prstGeom>
        </p:spPr>
      </p:pic>
      <p:pic>
        <p:nvPicPr>
          <p:cNvPr id="4" name="Image 2" descr="/home/claude/h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6217920"/>
            <a:ext cx="457200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&amp; WHAT'S NEXT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411480" y="6355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08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2903220"/>
            <a:ext cx="2651760" cy="176022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5"/>
          <p:cNvSpPr/>
          <p:nvPr/>
        </p:nvSpPr>
        <p:spPr>
          <a:xfrm>
            <a:off x="592567" y="3383280"/>
            <a:ext cx="2286000" cy="54864"/>
          </a:xfrm>
          <a:prstGeom prst="rect">
            <a:avLst/>
          </a:prstGeom>
          <a:solidFill>
            <a:srgbClr val="2B7FDF"/>
          </a:solidFill>
          <a:ln w="12700">
            <a:solidFill>
              <a:srgbClr val="2B7FD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29032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Help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92567" y="370332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"Mom" mixes two languages to ask how to send a photo on WhatsApp Web. Kin answers by voice, the arrow lands on the attach button, she interrupts mid-sentence and Kin adapts.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246120" y="2903220"/>
            <a:ext cx="2651760" cy="176022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29000" y="3383011"/>
            <a:ext cx="2286000" cy="54864"/>
          </a:xfrm>
          <a:prstGeom prst="rect">
            <a:avLst/>
          </a:prstGeom>
          <a:solidFill>
            <a:srgbClr val="E8502A"/>
          </a:solidFill>
          <a:ln w="12700">
            <a:solidFill>
              <a:srgbClr val="E8502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429000" y="29032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Protect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19543" y="368046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fake "bank officer" on speakerphone asks her to install a remote-access app. Kin cuts in, the screen turns red, and the family helper's phone gets an alert with a screenshot.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80760" y="2903220"/>
            <a:ext cx="2651760" cy="1760220"/>
          </a:xfrm>
          <a:prstGeom prst="roundRect">
            <a:avLst>
              <a:gd name="adj" fmla="val 4138"/>
            </a:avLst>
          </a:prstGeom>
          <a:solidFill>
            <a:srgbClr val="EFF4F8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63640" y="3369564"/>
            <a:ext cx="228600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63640" y="2889773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Phishing page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61846" y="3703320"/>
            <a:ext cx="22860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fake "KYC expired" bank page asks for card details. Kin flags the page, explains why, and does not let the scene continue silently.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4846320"/>
            <a:ext cx="8321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5E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94360" y="4846320"/>
            <a:ext cx="7955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0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Impact: </a:t>
            </a: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family helper who no longer has to be on call, and a parent who is protected even when she never thinks to ask.  </a:t>
            </a:r>
            <a:r>
              <a:rPr lang="en-US" sz="1200" b="1" dirty="0">
                <a:solidFill>
                  <a:srgbClr val="2B7F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</a:t>
            </a:r>
            <a:r>
              <a:rPr lang="en-US" sz="1200" dirty="0">
                <a:solidFill>
                  <a:srgbClr val="1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dashboard, search fact-checking, mobile and OS-level overlay.</a:t>
            </a:r>
            <a:endParaRPr lang="en-US" sz="1200" dirty="0"/>
          </a:p>
        </p:txBody>
      </p:sp>
      <p:sp>
        <p:nvSpPr>
          <p:cNvPr id="24" name="Text 7"/>
          <p:cNvSpPr txBox="1"/>
          <p:nvPr/>
        </p:nvSpPr>
        <p:spPr>
          <a:xfrm>
            <a:off x="411480" y="1609344"/>
            <a:ext cx="7889838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5A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Deployement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link: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https://kin-family-safety-assistant--uditsrivastav18.replit.app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GitHub Repository : </a:t>
            </a:r>
            <a:r>
              <a:rPr lang="en-US" altLang="en-GB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https://github.com/Syed-Tashfeen/Kin-Family-Safety-Assistant.git</a:t>
            </a:r>
            <a:endParaRPr lang="en-US" altLang="en-GB" sz="1600" dirty="0"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5552</Words>
  <Application>WPS Presentation</Application>
  <PresentationFormat>On-screen Show (4:3)</PresentationFormat>
  <Paragraphs>264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 - AI Guardian</dc:title>
  <dc:creator>PptxGenJS</dc:creator>
  <dc:subject>PptxGenJS Presentation</dc:subject>
  <cp:lastModifiedBy>imran</cp:lastModifiedBy>
  <cp:revision>2</cp:revision>
  <dcterms:created xsi:type="dcterms:W3CDTF">2026-10-05T15:11:00Z</dcterms:created>
  <dcterms:modified xsi:type="dcterms:W3CDTF">2026-10-05T17:43:43Z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110DB0C54318430182C44F5B5BFD7CE7_13</vt:lpwstr>
  </property>
  <property fmtid="{D5CDD505-2E9C-101B-9397-08002B2CF9AE}" pid="3" name="KSOProductBuildVer">
    <vt:lpwstr>2057-12.2.0.23206</vt:lpwstr>
  </property>
</Properties>
</file>